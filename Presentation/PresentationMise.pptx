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6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>
        <p:scale>
          <a:sx n="113" d="100"/>
          <a:sy n="113" d="100"/>
        </p:scale>
        <p:origin x="4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4A3E5-678D-794D-8B45-CC5EE050B10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FCED5-B049-3543-9471-5FE8D67E9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CED5-B049-3543-9471-5FE8D67E98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4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658D-DC5D-C726-4BA6-99C8E8C9E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1FB8C-2C11-963D-923F-4C5D2E563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4CF28-3D5A-9A0B-7AA6-BF4512B7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EB3AB-C79F-9FAF-ED8D-0257E3E5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E20C-A52F-A101-0BFD-0BFDDF91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9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28FA-23DB-D9DC-B3E8-729D5947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45AA7-E702-D16A-3EC1-41F04568E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E47B7-E4CC-CEE8-EA3E-A5D1A492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EC690-90BF-B79C-9132-91D5132D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FAB77-73EB-4531-56B9-20B1F503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7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FB74-0BBF-5D6D-F696-07B4627C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ABB3C-1F17-468F-913F-08AB3717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98412-52A5-48D6-5C8A-03E899A1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EAA7E-6DB9-8437-CBFC-D58E1E1B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55BEF-6FFD-1718-F82E-D83B6A3E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3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EBCE-BA2F-D021-8AB7-DE015EB2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8E2E-D922-284D-A48C-1FBBEDB2D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B51FE-EB59-B51B-1AC7-0D16DE09E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52D16-39F4-D000-6B64-70343711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4B4EE-6586-D305-C182-45CFCD9C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DF318-9EC8-5D12-C09B-569E3EFA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9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833A-E7EC-19FD-BD33-AA9090C6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6B41F-ECE8-8ABB-0060-9C98AEC31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8405C-02D1-BC46-4827-2F0ACF9F6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1B8E7-D91F-32B5-1BAF-4ED307FED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5EFDC1-20E5-96CC-A820-7A71054A8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2E890-E615-D02B-045A-716C7B21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3AF06-F400-20A9-B358-12E73DFE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94194-8A4E-99B4-56AC-B5670352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4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5299-BBA0-9174-6DA0-0B178FED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F89CC-1425-C746-E245-A94B4F60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C2163-BE4D-A34D-D5C6-A155F3EC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2E1B2-694B-3E1F-E0BA-DFFE4F3F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0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D8898-9DA5-371E-A15C-483E884C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4F57D-F491-BDC2-38ED-53B1AC0F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BFD79-0E5E-97F6-EDD0-174A922F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1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BADE-BA7C-755A-3D73-078D3525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1535D-220C-C6D3-80D1-C30185AA5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95BC-0C17-744E-45A9-845B1AC29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B8A7-000B-3F70-7EAF-1B0468FC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7F9D5-E169-D917-42BE-B2F91448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B29A5-F7F5-1D68-5B02-1A5326AE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7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E200-1978-7719-8230-FA33C419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C26D04-80A4-099F-BC2C-949397FE6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10B1D-0F14-6E71-09D9-1F621D7BB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A9162-C8FA-48C8-B8B5-7447A32D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BA141-33C4-BD2C-59DB-F616AA1F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C626C-097E-EA3D-DC25-266F6F7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1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C2F7-777A-8E9B-53AC-9D6118D9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328BE-06A3-BABA-C6A8-EA0F09689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F2156-5BCE-250D-9049-A09CCD83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03D98-D4B3-18A7-1537-6D2320426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3CA3F-4580-0FDB-1AF8-1CF14310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7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35656F-A628-F499-8369-55620AC6B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12F57-CAB6-831A-7E16-4937B722C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A42E1-00D6-2368-62A5-80E2D4A9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9F2B2-BDFD-3EB4-132D-E7FA01DA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CF70E-0A6E-5560-68A3-743BB5E2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1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C7CCA-1309-183F-90BE-F7B10EAB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DF18D-66AB-0577-06CC-00AF0832C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3FAF4-7937-E6F1-8FD1-3E6393AA1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6AF7F-E615-0447-BE96-919957A530B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61B1B-7390-250C-E2BE-E3540DD4B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D3D30-7D9D-0D59-1590-C2C13FCD6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12318-08B0-E54D-9B9D-A4C1CF6AEFDA}" type="slidenum">
              <a:rPr lang="en-US" smtClean="0"/>
              <a:t>‹#›</a:t>
            </a:fld>
            <a:endParaRPr lang="en-US"/>
          </a:p>
        </p:txBody>
      </p:sp>
      <p:sp>
        <p:nvSpPr>
          <p:cNvPr id="101" name="BottomBar"/>
          <p:cNvSpPr>
            <a:spLocks noGrp="1"/>
          </p:cNvSpPr>
          <p:nvPr/>
        </p:nvSpPr>
        <p:spPr>
          <a:xfrm>
            <a:off x="0" y="6223000"/>
            <a:ext cx="9144000" cy="72000"/>
          </a:xfrm>
          <a:prstGeom prst="rect">
            <a:avLst/>
          </a:prstGeom>
          <a:solidFill>
            <a:srgbClr val="507A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2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A2A2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D4A3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D4A3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D4A3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D4A3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D4A3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D4A3E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D4A3E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D4A3E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D4A3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D961-CA52-167F-BBD1-06097C1FF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524000"/>
            <a:ext cx="6350000" cy="2540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6000" b="1" dirty="0">
                <a:solidFill>
                  <a:srgbClr val="507A5F"/>
                </a:solidFill>
              </a:rPr>
              <a:t>Mise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93D24-BF19-A131-A51E-8AF96DCFC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0" y="3937000"/>
            <a:ext cx="6350000" cy="1143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2400" dirty="0">
                <a:solidFill>
                  <a:srgbClr val="3D4A3E"/>
                </a:solidFill>
              </a:rPr>
              <a:t>Household Cooking Assistant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6B6B5A"/>
                </a:solidFill>
              </a:rPr>
              <a:t>Fatemeh Hosseini • Ana Teodora Cârjilă • Nour Al Houda Mahfood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37387-A7F9-4446-9341-96BF039655CD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507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89EFB1-E7C7-CA43-A178-7CE6A2BE3FD2}"/>
              </a:ext>
            </a:extLst>
          </p:cNvPr>
          <p:cNvSpPr/>
          <p:nvPr/>
        </p:nvSpPr>
        <p:spPr>
          <a:xfrm>
            <a:off x="203200" y="0"/>
            <a:ext cx="101600" cy="6858000"/>
          </a:xfrm>
          <a:prstGeom prst="rect">
            <a:avLst/>
          </a:prstGeom>
          <a:solidFill>
            <a:srgbClr val="8FAD8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AE517-149C-504C-93CC-BF2989153703}"/>
              </a:ext>
            </a:extLst>
          </p:cNvPr>
          <p:cNvSpPr txBox="1"/>
          <p:nvPr/>
        </p:nvSpPr>
        <p:spPr>
          <a:xfrm>
            <a:off x="762000" y="5207000"/>
            <a:ext cx="889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FAD8F"/>
                </a:solidFill>
              </a:rPr>
              <a:t>Less waste. Better meals. Together.</a:t>
            </a:r>
          </a:p>
        </p:txBody>
      </p:sp>
    </p:spTree>
    <p:extLst>
      <p:ext uri="{BB962C8B-B14F-4D97-AF65-F5344CB8AC3E}">
        <p14:creationId xmlns:p14="http://schemas.microsoft.com/office/powerpoint/2010/main" val="3281146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4A3A-106B-9683-0687-8004C176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C6F6-6C6A-BF98-43DC-13BE6F1CC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Font typeface="Arial"/>
              <a:buChar char="●"/>
            </a:pPr>
            <a:r>
              <a:rPr lang="en-US" sz="1800" dirty="0">
                <a:solidFill>
                  <a:srgbClr val="3D4A3E"/>
                </a:solidFill>
              </a:rPr>
              <a:t>Households waste food because they don’t know what they have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Font typeface="Arial"/>
              <a:buChar char="●"/>
            </a:pPr>
            <a:r>
              <a:rPr lang="en-US" sz="1800" dirty="0">
                <a:solidFill>
                  <a:srgbClr val="3D4A3E"/>
                </a:solidFill>
              </a:rPr>
              <a:t>People buy duplicates, forget expiring items, and can’t coordinate cooking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Font typeface="Arial"/>
              <a:buChar char="●"/>
            </a:pPr>
            <a:r>
              <a:rPr lang="en-US" sz="1800" dirty="0">
                <a:solidFill>
                  <a:srgbClr val="3D4A3E"/>
                </a:solidFill>
              </a:rPr>
              <a:t>There’s no tool that connects your pantry to what you can actually cook today</a:t>
            </a:r>
          </a:p>
        </p:txBody>
      </p:sp>
    </p:spTree>
    <p:extLst>
      <p:ext uri="{BB962C8B-B14F-4D97-AF65-F5344CB8AC3E}">
        <p14:creationId xmlns:p14="http://schemas.microsoft.com/office/powerpoint/2010/main" val="1337569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2B41-853C-39E5-FE7C-FB0C0450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Mise — What It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90A4-CC24-EF86-EB17-E434521F3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dirty="0">
                <a:solidFill>
                  <a:srgbClr val="3D4A3E"/>
                </a:solidFill>
              </a:rPr>
              <a:t>Scan or manually add items to a shared household pantry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dirty="0">
                <a:solidFill>
                  <a:srgbClr val="3D4A3E"/>
                </a:solidFill>
              </a:rPr>
              <a:t>Get recipe suggestions ranked by what you already have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dirty="0">
                <a:solidFill>
                  <a:srgbClr val="3D4A3E"/>
                </a:solidFill>
              </a:rPr>
              <a:t>Full matches: cook now. Partial matches: see what’s missing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dirty="0">
                <a:solidFill>
                  <a:srgbClr val="3D4A3E"/>
                </a:solidFill>
              </a:rPr>
              <a:t>Shared real-time shopping list across all household members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dirty="0">
                <a:solidFill>
                  <a:srgbClr val="3D4A3E"/>
                </a:solidFill>
              </a:rPr>
              <a:t>Works offline. Syncs automatically when back online.</a:t>
            </a:r>
          </a:p>
        </p:txBody>
      </p:sp>
    </p:spTree>
    <p:extLst>
      <p:ext uri="{BB962C8B-B14F-4D97-AF65-F5344CB8AC3E}">
        <p14:creationId xmlns:p14="http://schemas.microsoft.com/office/powerpoint/2010/main" val="168283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5348-AF51-1277-BF2B-B0CE5C78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95110-EB12-C742-D2CD-F5DEDE147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Flutter</a:t>
            </a:r>
            <a:r>
              <a:rPr lang="en-US" sz="1600" dirty="0">
                <a:solidFill>
                  <a:srgbClr val="3D4A3E"/>
                </a:solidFill>
              </a:rPr>
              <a:t> — cross-platform mobile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BLoC</a:t>
            </a:r>
            <a:r>
              <a:rPr lang="en-US" sz="1600" dirty="0">
                <a:solidFill>
                  <a:srgbClr val="3D4A3E"/>
                </a:solidFill>
              </a:rPr>
              <a:t> — state management (PantryBloc, ShoppingBloc, CookBloc)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Drift (local SQLite)</a:t>
            </a:r>
            <a:r>
              <a:rPr lang="en-US" sz="1600" dirty="0">
                <a:solidFill>
                  <a:srgbClr val="3D4A3E"/>
                </a:solidFill>
              </a:rPr>
              <a:t> — offline-first data layer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Firebase Auth</a:t>
            </a:r>
            <a:r>
              <a:rPr lang="en-US" sz="1600" dirty="0">
                <a:solidFill>
                  <a:srgbClr val="3D4A3E"/>
                </a:solidFill>
              </a:rPr>
              <a:t> — email/password authentication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Cloud Firestore</a:t>
            </a:r>
            <a:r>
              <a:rPr lang="en-US" sz="1600" dirty="0">
                <a:solidFill>
                  <a:srgbClr val="3D4A3E"/>
                </a:solidFill>
              </a:rPr>
              <a:t> — real-time sync across devices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Spoonacular API</a:t>
            </a:r>
            <a:r>
              <a:rPr lang="en-US" sz="1600" dirty="0">
                <a:solidFill>
                  <a:srgbClr val="3D4A3E"/>
                </a:solidFill>
              </a:rPr>
              <a:t> — recipe suggestions by ingredient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OpenFoodFacts API</a:t>
            </a:r>
            <a:r>
              <a:rPr lang="en-US" sz="1600" dirty="0">
                <a:solidFill>
                  <a:srgbClr val="3D4A3E"/>
                </a:solidFill>
              </a:rPr>
              <a:t> — barcode product lookup</a:t>
            </a:r>
          </a:p>
        </p:txBody>
      </p:sp>
    </p:spTree>
    <p:extLst>
      <p:ext uri="{BB962C8B-B14F-4D97-AF65-F5344CB8AC3E}">
        <p14:creationId xmlns:p14="http://schemas.microsoft.com/office/powerpoint/2010/main" val="88228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3419-9882-5CB1-CF6A-6409CC3C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State Management with BLoC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1A87-5580-8F97-B64D-EC52F7C1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3 BLoCs</a:t>
            </a:r>
            <a:r>
              <a:rPr lang="en-US" sz="1600" dirty="0">
                <a:solidFill>
                  <a:srgbClr val="3D4A3E"/>
                </a:solidFill>
              </a:rPr>
              <a:t>: PantryBloc, ShoppingBloc, CookBloc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PantryBloc events</a:t>
            </a:r>
            <a:r>
              <a:rPr lang="en-US" sz="1600" dirty="0">
                <a:solidFill>
                  <a:srgbClr val="3D4A3E"/>
                </a:solidFill>
              </a:rPr>
              <a:t>: PantryStarted, PantryItemAdded, PantryItemRemoved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PantryBloc states</a:t>
            </a:r>
            <a:r>
              <a:rPr lang="en-US" sz="1600" dirty="0">
                <a:solidFill>
                  <a:srgbClr val="3D4A3E"/>
                </a:solidFill>
              </a:rPr>
              <a:t>: PantryInitial, PantryLoading, PantryLoaded, PantryError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UI never talks to data directly</a:t>
            </a:r>
            <a:r>
              <a:rPr lang="en-US" sz="1600" dirty="0">
                <a:solidFill>
                  <a:srgbClr val="3D4A3E"/>
                </a:solidFill>
              </a:rPr>
              <a:t>: only sends events, reacts to states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CookBloc</a:t>
            </a:r>
            <a:r>
              <a:rPr lang="en-US" sz="1600" dirty="0">
                <a:solidFill>
                  <a:srgbClr val="3D4A3E"/>
                </a:solidFill>
              </a:rPr>
              <a:t>: triggered automatically by a BlocListener on PantryBloc — pantry changes instantly refresh recipe suggestions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ShoppingBloc</a:t>
            </a:r>
            <a:r>
              <a:rPr lang="en-US" sz="1600" dirty="0">
                <a:solidFill>
                  <a:srgbClr val="3D4A3E"/>
                </a:solidFill>
              </a:rPr>
              <a:t>: checking off an item removes it from shopping AND adds it to pantry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57812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7DE5-5F35-3D29-06B8-A542F86B4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Offline-First Data with 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CCC26-FE49-A071-EB2C-8CE2343CF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All data is written to local SQLite (Drift) first — app works with no internet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Every item has an isSynced flag (default: false)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When online: item is pushed to Firestore → isSynced set to true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When offline: item stays with isSynced = false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On reconnect: syncPending() finds all isSynced=false rows and retries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Items arriving from Firestore are inserted with isSynced = true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Tables: Users, Households, PantryItems, ShoppingListItems</a:t>
            </a:r>
          </a:p>
        </p:txBody>
      </p:sp>
    </p:spTree>
    <p:extLst>
      <p:ext uri="{BB962C8B-B14F-4D97-AF65-F5344CB8AC3E}">
        <p14:creationId xmlns:p14="http://schemas.microsoft.com/office/powerpoint/2010/main" val="322732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877AB-B2DF-F5D7-FEFE-B3D4A300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5842000" cy="1016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Authentication &amp; Cross-Device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8051D-AB18-AD10-2F11-24E34D7E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7000"/>
            <a:ext cx="8991600" cy="495300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Firebase Auth: email/password sign up and sign in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On login: MainShell loads householdId from Firestore users/{uid}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All pantry and shopping data is scoped to households/{householdId}/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Logging in on a new device automatically loads all household data from Firestore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Households are created or joined via invite code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Auth routing: no auth → AuthScreen | auth + no household → HouseholdSetupScreen | auth + household → main app</a:t>
            </a:r>
          </a:p>
        </p:txBody>
      </p:sp>
    </p:spTree>
    <p:extLst>
      <p:ext uri="{BB962C8B-B14F-4D97-AF65-F5344CB8AC3E}">
        <p14:creationId xmlns:p14="http://schemas.microsoft.com/office/powerpoint/2010/main" val="152879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8DC2-5980-2519-6DE0-90E9D2C2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Real-Time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DB60-DC05-66CD-4D62-A4E71DE7C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4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Firestore uses persistent WebSocket connections for real-time listeners</a:t>
            </a:r>
          </a:p>
          <a:p>
            <a:pPr marL="342900" indent="-342900">
              <a:lnSpc>
                <a:spcPct val="150000"/>
              </a:lnSpc>
              <a:spcBef>
                <a:spcPts val="14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PantryRepository.listenToFirestore() streams all pantry changes across devices</a:t>
            </a:r>
          </a:p>
          <a:p>
            <a:pPr marL="342900" indent="-342900">
              <a:lnSpc>
                <a:spcPct val="150000"/>
              </a:lnSpc>
              <a:spcBef>
                <a:spcPts val="14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ShoppingRepository.listenToFirestore() handles added, modified, and removed events</a:t>
            </a:r>
          </a:p>
          <a:p>
            <a:pPr marL="342900" indent="-342900">
              <a:lnSpc>
                <a:spcPct val="150000"/>
              </a:lnSpc>
              <a:spcBef>
                <a:spcPts val="14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Full flow: User A adds "tomato" → Drift insert + Firestore push → User B’s listener fires → Drift upsert → PantryBloc rebuilds UI → CookBloc auto-fetches new recipes</a:t>
            </a:r>
          </a:p>
          <a:p>
            <a:pPr marL="342900" indent="-342900">
              <a:lnSpc>
                <a:spcPct val="150000"/>
              </a:lnSpc>
              <a:spcBef>
                <a:spcPts val="140"/>
              </a:spcBef>
              <a:buFont typeface="Arial"/>
              <a:buChar char="▸"/>
            </a:pPr>
            <a:r>
              <a:rPr lang="en-US" sz="1600" dirty="0">
                <a:solidFill>
                  <a:srgbClr val="3D4A3E"/>
                </a:solidFill>
              </a:rPr>
              <a:t>HomeScreen shows a live shopping list preview that updates instantly</a:t>
            </a:r>
          </a:p>
        </p:txBody>
      </p:sp>
    </p:spTree>
    <p:extLst>
      <p:ext uri="{BB962C8B-B14F-4D97-AF65-F5344CB8AC3E}">
        <p14:creationId xmlns:p14="http://schemas.microsoft.com/office/powerpoint/2010/main" val="3746238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0053-4587-7946-2A35-4914EA06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5842000" cy="1016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Smart Recipe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E4E6-A5CB-8F0A-2759-AC0D1D8A1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97000"/>
            <a:ext cx="6948311" cy="495300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API</a:t>
            </a:r>
            <a:r>
              <a:rPr lang="en-US" sz="1600" dirty="0">
                <a:solidFill>
                  <a:srgbClr val="3D4A3E"/>
                </a:solidFill>
              </a:rPr>
              <a:t>: Spoonacular /recipes/findByIngredients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Two-call strategy</a:t>
            </a:r>
            <a:r>
              <a:rPr lang="en-US" sz="1600" dirty="0">
                <a:solidFill>
                  <a:srgbClr val="3D4A3E"/>
                </a:solidFill>
              </a:rPr>
              <a:t>: ranking=1 (maximize used ingredients) + ranking=2 (minimize missed)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ignorePantry=true</a:t>
            </a:r>
            <a:r>
              <a:rPr lang="en-US" sz="1600" dirty="0">
                <a:solidFill>
                  <a:srgbClr val="3D4A3E"/>
                </a:solidFill>
              </a:rPr>
              <a:t>: to avoid false matches on staples like salt and water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Full matches</a:t>
            </a:r>
            <a:r>
              <a:rPr lang="en-US" sz="1600" dirty="0">
                <a:solidFill>
                  <a:srgbClr val="3D4A3E"/>
                </a:solidFill>
              </a:rPr>
              <a:t>: missedIngredientCount = 0 → "Ready to make"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Partial matches</a:t>
            </a:r>
            <a:r>
              <a:rPr lang="en-US" sz="1600" dirty="0">
                <a:solidFill>
                  <a:srgbClr val="3D4A3E"/>
                </a:solidFill>
              </a:rPr>
              <a:t>: missedIngredientCount &gt; 0 → "Almost there" with missing items listed</a:t>
            </a:r>
          </a:p>
          <a:p>
            <a:pPr marL="342900" indent="-342900">
              <a:lnSpc>
                <a:spcPct val="150000"/>
              </a:lnSpc>
              <a:spcBef>
                <a:spcPts val="120"/>
              </a:spcBef>
              <a:buFont typeface="Arial"/>
              <a:buChar char="▸"/>
            </a:pPr>
            <a:r>
              <a:rPr lang="en-US" sz="1600" b="1" dirty="0">
                <a:solidFill>
                  <a:srgbClr val="507A5F"/>
                </a:solidFill>
              </a:rPr>
              <a:t>Tap any recipe</a:t>
            </a:r>
            <a:r>
              <a:rPr lang="en-US" sz="1600" dirty="0">
                <a:solidFill>
                  <a:srgbClr val="3D4A3E"/>
                </a:solidFill>
              </a:rPr>
              <a:t>: detail sheet with ingredients and cooking instructions (HTML rendered)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F3E683-8D76-614C-3934-8CA42164E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500" y="812800"/>
            <a:ext cx="2571300" cy="524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5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C08B-22C8-F99E-41D1-6D493D41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Barcode Scanning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C24BF-214D-F0B5-D841-9466B72C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Library</a:t>
            </a:r>
            <a:r>
              <a:rPr lang="en-US" sz="1700" dirty="0">
                <a:solidFill>
                  <a:srgbClr val="3D4A3E"/>
                </a:solidFill>
              </a:rPr>
              <a:t>: mobile_scanner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Flow</a:t>
            </a:r>
            <a:r>
              <a:rPr lang="en-US" sz="1700" dirty="0">
                <a:solidFill>
                  <a:srgbClr val="3D4A3E"/>
                </a:solidFill>
              </a:rPr>
              <a:t>: User scans barcode → app calls OpenFoodFacts API to get product name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Pre-fill</a:t>
            </a:r>
            <a:r>
              <a:rPr lang="en-US" sz="1700" dirty="0">
                <a:solidFill>
                  <a:srgbClr val="3D4A3E"/>
                </a:solidFill>
              </a:rPr>
              <a:t>: Product name pre-fills the "Add Item" sheet — user confirms quantity and expiry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Context</a:t>
            </a:r>
            <a:r>
              <a:rPr lang="en-US" sz="1700" dirty="0">
                <a:solidFill>
                  <a:srgbClr val="3D4A3E"/>
                </a:solidFill>
              </a:rPr>
              <a:t>: Works for both pantry and shopping list (ScanContext enum)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Fallback</a:t>
            </a:r>
            <a:r>
              <a:rPr lang="en-US" sz="1700" dirty="0">
                <a:solidFill>
                  <a:srgbClr val="3D4A3E"/>
                </a:solidFill>
              </a:rPr>
              <a:t>: Manual search available as fallback</a:t>
            </a:r>
          </a:p>
        </p:txBody>
      </p:sp>
    </p:spTree>
    <p:extLst>
      <p:ext uri="{BB962C8B-B14F-4D97-AF65-F5344CB8AC3E}">
        <p14:creationId xmlns:p14="http://schemas.microsoft.com/office/powerpoint/2010/main" val="1596650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2EF71-FD63-52A5-D922-2A3B69E9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5588000" cy="1016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The 5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FAA00-F961-F21F-6148-BD88CA54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7000"/>
            <a:ext cx="5588000" cy="495300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Login / Household Setup</a:t>
            </a:r>
            <a:r>
              <a:rPr lang="en-US" sz="1700" dirty="0">
                <a:solidFill>
                  <a:srgbClr val="3D4A3E"/>
                </a:solidFill>
              </a:rPr>
              <a:t>: sign in, create or join household via invite code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Home</a:t>
            </a:r>
            <a:r>
              <a:rPr lang="en-US" sz="1700" dirty="0">
                <a:solidFill>
                  <a:srgbClr val="3D4A3E"/>
                </a:solidFill>
              </a:rPr>
              <a:t>: greeting, pantry overview, expiring items, shopping preview, quick actions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Pantry</a:t>
            </a:r>
            <a:r>
              <a:rPr lang="en-US" sz="1700" dirty="0">
                <a:solidFill>
                  <a:srgbClr val="3D4A3E"/>
                </a:solidFill>
              </a:rPr>
              <a:t>: full item list, expiry pills, swipe to delete, scan or manual add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Cook Suggestions</a:t>
            </a:r>
            <a:r>
              <a:rPr lang="en-US" sz="1700" dirty="0">
                <a:solidFill>
                  <a:srgbClr val="3D4A3E"/>
                </a:solidFill>
              </a:rPr>
              <a:t>: recipe cards ranked by pantry match, detail sheet with instructions</a:t>
            </a:r>
          </a:p>
          <a:p>
            <a:pPr marL="342900" indent="-342900">
              <a:lnSpc>
                <a:spcPct val="150000"/>
              </a:lnSpc>
              <a:spcBef>
                <a:spcPts val="160"/>
              </a:spcBef>
              <a:buFont typeface="Arial"/>
              <a:buChar char="▸"/>
            </a:pPr>
            <a:r>
              <a:rPr lang="en-US" sz="1700" b="1" dirty="0">
                <a:solidFill>
                  <a:srgbClr val="507A5F"/>
                </a:solidFill>
              </a:rPr>
              <a:t>Shopping List</a:t>
            </a:r>
            <a:r>
              <a:rPr lang="en-US" sz="1700" dirty="0">
                <a:solidFill>
                  <a:srgbClr val="3D4A3E"/>
                </a:solidFill>
              </a:rPr>
              <a:t>: shared list, check off moves item to pantry, scan to add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1F748-B92E-2C0B-925D-F87AF68CD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778" y="304800"/>
            <a:ext cx="1370806" cy="279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1632C4-5DC8-0A0E-BBB8-CC905A4C6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378" y="304800"/>
            <a:ext cx="1370806" cy="279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DD1161-5749-88C9-08A9-283143730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393" y="3296356"/>
            <a:ext cx="1370806" cy="279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D50F13-E66D-D91F-7E09-1822D64AC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378" y="3296356"/>
            <a:ext cx="1370806" cy="279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048B9D-9AC3-291C-DD87-22CE7BEF96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393" y="304800"/>
            <a:ext cx="1370806" cy="279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A14EA4-23D7-D74D-F7B2-98B6DD9BD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7408" y="3296357"/>
            <a:ext cx="1370806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6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6526-2772-5180-1043-C2F3B1D1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Who Built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20286-84E7-C55F-1291-403EE7EC4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Font typeface="Arial"/>
              <a:buChar char="●"/>
            </a:pPr>
            <a:r>
              <a:rPr lang="en-US" sz="1700" b="1" dirty="0">
                <a:solidFill>
                  <a:srgbClr val="507A5F"/>
                </a:solidFill>
              </a:rPr>
              <a:t>Fatemeh Hosseini</a:t>
            </a:r>
            <a:r>
              <a:rPr lang="en-US" sz="1700" dirty="0">
                <a:solidFill>
                  <a:srgbClr val="3D4A3E"/>
                </a:solidFill>
              </a:rPr>
              <a:t>: app architecture, service locator, barcode scanning integration, session handling, Pantry and </a:t>
            </a:r>
            <a:r>
              <a:rPr lang="en-US" sz="1700" dirty="0" err="1">
                <a:solidFill>
                  <a:srgbClr val="3D4A3E"/>
                </a:solidFill>
              </a:rPr>
              <a:t>ShoppingBLoC</a:t>
            </a:r>
            <a:endParaRPr lang="en-US" sz="1700" dirty="0">
              <a:solidFill>
                <a:srgbClr val="3D4A3E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Font typeface="Arial"/>
              <a:buChar char="●"/>
            </a:pPr>
            <a:r>
              <a:rPr lang="en-US" sz="1700" b="1" dirty="0">
                <a:solidFill>
                  <a:srgbClr val="507A5F"/>
                </a:solidFill>
              </a:rPr>
              <a:t>Ana Teodora </a:t>
            </a:r>
            <a:r>
              <a:rPr lang="en-US" sz="1700" b="1" dirty="0" err="1">
                <a:solidFill>
                  <a:srgbClr val="507A5F"/>
                </a:solidFill>
              </a:rPr>
              <a:t>Cârjilă</a:t>
            </a:r>
            <a:r>
              <a:rPr lang="en-US" sz="1700" dirty="0">
                <a:solidFill>
                  <a:srgbClr val="3D4A3E"/>
                </a:solidFill>
              </a:rPr>
              <a:t>: Firebase Auth backend, household create/join/invite system, home screen UI and quick actions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Font typeface="Arial"/>
              <a:buChar char="●"/>
            </a:pPr>
            <a:r>
              <a:rPr lang="en-US" sz="1700" b="1" dirty="0">
                <a:solidFill>
                  <a:srgbClr val="507A5F"/>
                </a:solidFill>
              </a:rPr>
              <a:t>Nour Al Houda Mahfood</a:t>
            </a:r>
            <a:r>
              <a:rPr lang="en-US" sz="1700" dirty="0">
                <a:solidFill>
                  <a:srgbClr val="3D4A3E"/>
                </a:solidFill>
              </a:rPr>
              <a:t>: Drift database schema, </a:t>
            </a:r>
            <a:r>
              <a:rPr lang="en-US" sz="1700" dirty="0" err="1"/>
              <a:t>C</a:t>
            </a:r>
            <a:r>
              <a:rPr lang="en-US" sz="1700" dirty="0" err="1">
                <a:solidFill>
                  <a:srgbClr val="3D4A3E"/>
                </a:solidFill>
              </a:rPr>
              <a:t>ookBloc</a:t>
            </a:r>
            <a:r>
              <a:rPr lang="en-US" sz="1700" dirty="0">
                <a:solidFill>
                  <a:srgbClr val="3D4A3E"/>
                </a:solidFill>
              </a:rPr>
              <a:t> with Firestore sync, Cook screen with Spoonacular API integration</a:t>
            </a:r>
          </a:p>
        </p:txBody>
      </p:sp>
    </p:spTree>
    <p:extLst>
      <p:ext uri="{BB962C8B-B14F-4D97-AF65-F5344CB8AC3E}">
        <p14:creationId xmlns:p14="http://schemas.microsoft.com/office/powerpoint/2010/main" val="117891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EAD0-64A6-4FBE-2F42-86FC17D1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3608-03C2-8E8C-E5F2-51DBDAF9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Arial"/>
              <a:buChar char="→"/>
            </a:pPr>
            <a:r>
              <a:rPr lang="en-US" sz="1900" dirty="0">
                <a:solidFill>
                  <a:srgbClr val="3D4A3E"/>
                </a:solidFill>
              </a:rPr>
              <a:t>Scan an item</a:t>
            </a: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Arial"/>
              <a:buChar char="→"/>
            </a:pPr>
            <a:r>
              <a:rPr lang="en-US" sz="1900" dirty="0">
                <a:solidFill>
                  <a:srgbClr val="3D4A3E"/>
                </a:solidFill>
              </a:rPr>
              <a:t>See pantry update</a:t>
            </a: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Arial"/>
              <a:buChar char="→"/>
            </a:pPr>
            <a:r>
              <a:rPr lang="en-US" sz="1900" dirty="0">
                <a:solidFill>
                  <a:srgbClr val="3D4A3E"/>
                </a:solidFill>
              </a:rPr>
              <a:t>Watch recipe suggestions refresh</a:t>
            </a: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Arial"/>
              <a:buChar char="→"/>
            </a:pPr>
            <a:r>
              <a:rPr lang="en-US" sz="1900" dirty="0">
                <a:solidFill>
                  <a:srgbClr val="3D4A3E"/>
                </a:solidFill>
              </a:rPr>
              <a:t>Check off shopping item</a:t>
            </a: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Arial"/>
              <a:buChar char="→"/>
            </a:pPr>
            <a:r>
              <a:rPr lang="en-US" sz="1900" dirty="0">
                <a:solidFill>
                  <a:srgbClr val="3D4A3E"/>
                </a:solidFill>
              </a:rPr>
              <a:t>See it move to pantry</a:t>
            </a:r>
          </a:p>
        </p:txBody>
      </p:sp>
    </p:spTree>
    <p:extLst>
      <p:ext uri="{BB962C8B-B14F-4D97-AF65-F5344CB8AC3E}">
        <p14:creationId xmlns:p14="http://schemas.microsoft.com/office/powerpoint/2010/main" val="1643956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65DE-7BEF-A6AD-09B0-53167814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2A2A25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8CDC2-0827-2279-0BA6-2EC87EEF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55" y="5660267"/>
            <a:ext cx="10515600" cy="523221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sz="2000" dirty="0">
                <a:solidFill>
                  <a:srgbClr val="6B6B5A"/>
                </a:solidFill>
              </a:rPr>
              <a:t>github.com/FaMaHo/mise</a:t>
            </a:r>
          </a:p>
        </p:txBody>
      </p:sp>
    </p:spTree>
    <p:extLst>
      <p:ext uri="{BB962C8B-B14F-4D97-AF65-F5344CB8AC3E}">
        <p14:creationId xmlns:p14="http://schemas.microsoft.com/office/powerpoint/2010/main" val="235774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584177960]">
  <a:themeElements>
    <a:clrScheme name="Office">
      <a:dk1>
        <a:srgbClr val="2A2A25"/>
      </a:dk1>
      <a:lt1>
        <a:srgbClr val="ECEAE4"/>
      </a:lt1>
      <a:dk2>
        <a:srgbClr val="3D4A3E"/>
      </a:dk2>
      <a:lt2>
        <a:srgbClr val="E0DDD5"/>
      </a:lt2>
      <a:accent1>
        <a:srgbClr val="507A5F"/>
      </a:accent1>
      <a:accent2>
        <a:srgbClr val="3D4A3E"/>
      </a:accent2>
      <a:accent3>
        <a:srgbClr val="C4A882"/>
      </a:accent3>
      <a:accent4>
        <a:srgbClr val="8FAD8F"/>
      </a:accent4>
      <a:accent5>
        <a:srgbClr val="6B6B5A"/>
      </a:accent5>
      <a:accent6>
        <a:srgbClr val="D4C5A9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072F68-050A-A547-A6F9-4F45439EDA5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d082c4f-49fe-4b7c-b406-4056cbbde2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802</Words>
  <Application>Microsoft Macintosh PowerPoint</Application>
  <PresentationFormat>Widescreen</PresentationFormat>
  <Paragraphs>82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Montserrat</vt:lpstr>
      <vt:lpstr>Open Sans</vt:lpstr>
      <vt:lpstr>Office Theme [1778584177960]</vt:lpstr>
      <vt:lpstr>Mise</vt:lpstr>
      <vt:lpstr>The Problem</vt:lpstr>
      <vt:lpstr>Mise — What It Does</vt:lpstr>
      <vt:lpstr>Technical Architecture</vt:lpstr>
      <vt:lpstr>State Management with BLoC</vt:lpstr>
      <vt:lpstr>Offline-First Data with Drift</vt:lpstr>
      <vt:lpstr>Authentication &amp; Cross-Device Data</vt:lpstr>
      <vt:lpstr>Real-Time Collaboration</vt:lpstr>
      <vt:lpstr>Smart Recipe Suggestions</vt:lpstr>
      <vt:lpstr>Barcode Scanning</vt:lpstr>
      <vt:lpstr>The 5 Screens</vt:lpstr>
      <vt:lpstr>Who Built What</vt:lpstr>
      <vt:lpstr>Live 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HOSSEINI</dc:creator>
  <cp:lastModifiedBy>FATEME HOSSEINI</cp:lastModifiedBy>
  <cp:revision>12</cp:revision>
  <dcterms:created xsi:type="dcterms:W3CDTF">2026-05-12T10:58:32Z</dcterms:created>
  <dcterms:modified xsi:type="dcterms:W3CDTF">2026-05-12T13:07:18Z</dcterms:modified>
</cp:coreProperties>
</file>